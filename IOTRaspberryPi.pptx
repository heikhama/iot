
<file path=[Content_Types].xml><?xml version="1.0" encoding="utf-8"?>
<Types xmlns="http://schemas.openxmlformats.org/package/2006/content-types">
  <Default Extension="bmp" ContentType="image/bmp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49B23-B0FF-0E12-03D5-CA7D1700A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03371-423A-4B79-2C50-46B533D39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D2698-1FBF-DB73-2828-81814A18A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18C90-3B19-8495-B0D4-1ED0F940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B4953-67A3-8D5F-13E5-8310EECC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93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D602-F3EE-B1F2-2D16-BFC89096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F343C-8A6B-DB62-7A2F-AC333EE5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1493D-B17C-4756-037B-F40C3C5CB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D04AE-2C8C-F864-E63D-2482FBC5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F2F37-A847-B8C2-37B8-E9DEAFF08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38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46864-9909-997B-942C-B751E3286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7F48D-2561-C119-A865-2B3C276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0E831-7AC8-B8BD-7E7B-449AF4C6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7E081-C1A5-0D65-D32E-57156D4B6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FDDBD-8E4F-A77F-5D58-815E71B3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965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CEB17-D40F-52C2-8370-E2881905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F08A0-A226-2413-9A06-8A8AC98B3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7731F-A544-7229-8F1A-B87EC45C6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E948A-DE77-4E1F-5A4B-20145B016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0B49E-F2A1-F884-DD84-F5D1F876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77BF4-9604-DAFD-3D51-9B025959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11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612D0-780F-28EC-AFEE-EA68A6A4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8AB-7CF1-CB13-24EE-8AC25A42D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01433-1A7A-6AA1-33AE-03EBC611C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528103-0BF0-F75C-9445-C1DE15725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0151F-B926-1C96-8EE4-1DDFA15D7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9FCD5-F83A-5D0E-930E-A1F7A9F96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068D84-9E50-D6C6-BEBF-9FDCC69B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870F5-579D-F461-A67B-1A79967E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14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BDE0-7E23-2222-F9D8-2142D5722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B4B72-1F3C-6DBD-777B-2916AA404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BE5E9-FAD4-73E3-0DE3-179DD3CBE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F8EEE-2F65-4B4A-1962-D0C1EDF1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115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CB093B-74BA-A470-DA25-90259F5F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C31B7-27D3-8772-56F6-C718B5C7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D822B-2A68-E590-7940-CD3370C8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4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623D-A7B3-7333-69C2-58ED5ED71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3827B-37A7-8582-A2AC-376E76DDB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B2F30-510A-958C-B188-12FD776D9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D089C-C519-D32C-E737-9984C8F7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AA825-F548-953D-C630-6E8EBEF4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C2B95-6CFC-1586-E6A6-3EB5A7A0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519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9381-C59B-FC71-2551-2DAB66CD4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BF0DA1-3569-AE43-FF75-50C92FF93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0CE9B-B62A-09DD-DCD1-8E2347876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DA470-D51C-1CD3-B4EB-FD7AF4463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3E555-142D-EF22-516B-7D5A31EE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4F92E-51D4-454E-337F-C140C616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212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05A5-3657-4966-0B62-17B977FA3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24731-A614-8DEE-0AAD-DEE673FB3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C7E1A-1611-41F3-6E73-03AB5A863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19993-0ED4-A8E7-B688-002A19A7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AB3D0-9FBE-EB3D-0B86-79ED8049E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24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D02F73-AAD9-96E1-E05C-F923EF5C0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17B9E-3472-1377-5D2A-71A430BFE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7A08F-4386-B60A-2F40-37B84020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1EFD6-E4CB-C492-269C-CC052871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F1FE4-A052-CF3D-D3FC-5A7A7A3E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41DE23-4D3B-F667-CFB8-204DEECC3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D9EC6-4615-2BC7-1AFE-9B33E53FF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5D610-86CB-1D7B-BD77-D60C48006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AFF16-CB2E-406D-9102-FE040482F9F0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1F8B3-FF42-3659-2AB1-B4CDF8B14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4185E-769A-5DFA-8F11-DF509D877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E0A85-BB7C-4FB2-AD4F-819BF8825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10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bm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mysql.com/downloads/installer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createDBandTable.sq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app.py" TargetMode="External"/><Relationship Id="rId2" Type="http://schemas.openxmlformats.org/officeDocument/2006/relationships/hyperlink" Target="sensorreader.p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dashboard.html" TargetMode="External"/><Relationship Id="rId4" Type="http://schemas.openxmlformats.org/officeDocument/2006/relationships/hyperlink" Target="login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verifyPassword.py" TargetMode="External"/><Relationship Id="rId2" Type="http://schemas.openxmlformats.org/officeDocument/2006/relationships/hyperlink" Target="hashingcode.p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logoutFunctionality.txt" TargetMode="External"/><Relationship Id="rId4" Type="http://schemas.openxmlformats.org/officeDocument/2006/relationships/hyperlink" Target="sensorReadingwitherrorhandling.py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FEB7-3640-4E86-980A-E0D43EB94D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Let us develop IOT using Raspberry Pi</a:t>
            </a:r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2C401-38B4-483B-0339-5865648D71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Resource Person: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H Anandkumar Singh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4490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403A-0F94-4FD1-EB19-E9A4736F213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Recapped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1C88-F7A3-C100-F0F2-C187DB34C53D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What is IOT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Can we make IOT without cloud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What is Python?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Python Code example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Introduction to IOT Tools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How to develop Application using IOT tools?</a:t>
            </a:r>
          </a:p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Example of IOT Application:</a:t>
            </a:r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Reading Temperature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6163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1F0F-82BD-D975-5844-01D96E9C635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Implementation of IOT using Python and Raspberry PI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3ADE6-B32C-BF60-69FF-499BF993894E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Setup development Environment</a:t>
            </a:r>
          </a:p>
          <a:p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Setup Raspberry PI for demo</a:t>
            </a:r>
          </a:p>
          <a:p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Write python code</a:t>
            </a:r>
          </a:p>
          <a:p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Write a service code in raspberry pi</a:t>
            </a:r>
          </a:p>
          <a:p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Launch application by restarting raspberry pi or Service.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8748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EE6F6-E06F-0B00-92BF-FDE88DE8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D78E7-AE21-970C-E7BF-519F55F120F8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Setup development Environment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CED26-19EB-161A-BF04-E55C02074A3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✅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Step-by-Step: Install Python &amp; Create a Virtual Environment</a:t>
            </a:r>
            <a:endParaRPr lang="en-US" dirty="0"/>
          </a:p>
          <a:p>
            <a:r>
              <a:rPr lang="en-US" dirty="0"/>
              <a:t>✅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Step 1: Update Your System (</a:t>
            </a:r>
            <a:r>
              <a:rPr lang="es-E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sudo </a:t>
            </a:r>
            <a:r>
              <a:rPr lang="es-E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apt</a:t>
            </a:r>
            <a:r>
              <a:rPr lang="es-E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s-E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update</a:t>
            </a:r>
            <a:r>
              <a:rPr lang="es-E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&amp;&amp; sudo </a:t>
            </a:r>
            <a:r>
              <a:rPr lang="es-E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apt</a:t>
            </a:r>
            <a:r>
              <a:rPr lang="es-E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s-E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upgrade</a:t>
            </a:r>
            <a:r>
              <a:rPr lang="es-E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–y) Linux </a:t>
            </a:r>
            <a:r>
              <a:rPr lang="es-E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environment</a:t>
            </a:r>
            <a:endParaRPr lang="es-E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r>
              <a:rPr lang="en-US" dirty="0"/>
              <a:t>✅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Step 2: Install Python (if not installed) </a:t>
            </a:r>
            <a:endParaRPr lang="en-US" dirty="0"/>
          </a:p>
          <a:p>
            <a:pPr lvl="1"/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(Linux) </a:t>
            </a:r>
            <a:r>
              <a:rPr lang="en-IN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sudo</a:t>
            </a:r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apt install python3 python3-pip –y</a:t>
            </a:r>
          </a:p>
          <a:p>
            <a:pPr lvl="1"/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(window) </a:t>
            </a:r>
            <a:r>
              <a:rPr lang="en-IN" dirty="0"/>
              <a:t>👉 </a:t>
            </a:r>
            <a:r>
              <a:rPr lang="en-IN" dirty="0">
                <a:hlinkClick r:id="rId2"/>
              </a:rPr>
              <a:t>https://www.python.org/downloads/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lvl="2"/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Install running exe and ✅ Add Python to PATH</a:t>
            </a:r>
          </a:p>
          <a:p>
            <a:r>
              <a:rPr lang="en-US" dirty="0"/>
              <a:t>✅ </a:t>
            </a:r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Install </a:t>
            </a:r>
            <a:r>
              <a:rPr lang="en-IN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venv</a:t>
            </a:r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Module –(</a:t>
            </a:r>
            <a:r>
              <a:rPr lang="en-IN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linux</a:t>
            </a:r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 </a:t>
            </a:r>
            <a:r>
              <a:rPr lang="es-E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sudo </a:t>
            </a:r>
            <a:r>
              <a:rPr lang="es-E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apt</a:t>
            </a:r>
            <a:r>
              <a:rPr lang="es-E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s-E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install</a:t>
            </a:r>
            <a:r>
              <a:rPr lang="es-E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python3-venv –y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r>
              <a:rPr lang="en-US" dirty="0"/>
              <a:t>✅ </a:t>
            </a:r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Create a project folder: </a:t>
            </a:r>
          </a:p>
          <a:p>
            <a:pPr lvl="1"/>
            <a:r>
              <a:rPr lang="en-IN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mkdir</a:t>
            </a:r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~/</a:t>
            </a:r>
            <a:r>
              <a:rPr lang="en-IN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iot_project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lvl="1"/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cd ~/</a:t>
            </a:r>
            <a:r>
              <a:rPr lang="en-IN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iot_project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541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99D7-8AB5-FA12-F04F-B5C80483D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8ABFB-075A-756D-37F4-8AC178B75D7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Setup development Environment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1A69C-8298-23D7-2B73-7059F2C3D421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US" dirty="0"/>
              <a:t>✅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Create a virtual environment named env: </a:t>
            </a:r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linux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 python3 -m 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venv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env</a:t>
            </a:r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(window) python -m 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venv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env</a:t>
            </a:r>
          </a:p>
          <a:p>
            <a:r>
              <a:rPr lang="en-US" dirty="0"/>
              <a:t>✅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Step 5: Activate the Virtual Environment</a:t>
            </a:r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linux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 source env/bin/activate</a:t>
            </a:r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(window) env\Scripts\activate</a:t>
            </a:r>
          </a:p>
          <a:p>
            <a:r>
              <a:rPr lang="en-US" dirty="0"/>
              <a:t>✅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Step 5: Install Required Python Packages</a:t>
            </a:r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linux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 pip install flask flask-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mysqldb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Adafruit_DHT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(window) pip install flask flask-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mysqldb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Adafruit_DHT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r>
              <a:rPr lang="en-US" dirty="0"/>
              <a:t>✅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Step 7: Deactivate the Environment (When Done) : deactivate</a:t>
            </a:r>
            <a:endParaRPr lang="en-US" dirty="0"/>
          </a:p>
          <a:p>
            <a:r>
              <a:rPr lang="en-US" dirty="0"/>
              <a:t>🔁 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Next Time You Work: Reactivate again: </a:t>
            </a:r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cd ~/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iot_project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source env/bin/activate</a:t>
            </a:r>
          </a:p>
          <a:p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29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2988-EDB4-B120-E899-13F1B8721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1B81-6094-E859-5F05-3320B180FEB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Setup Raspberry PI for demo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80C779-5A74-D238-9068-42A1D0566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484AEE-C3FC-92E8-6E5E-78BBBB3EF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78" y="1825625"/>
            <a:ext cx="8055204" cy="45718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50C356-BBA4-3AB8-C0AB-F2741790CA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087" y="1905351"/>
            <a:ext cx="6508044" cy="43818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1CEA6A-A92E-C5BE-2C9B-A7A7E4F91F64}"/>
              </a:ext>
            </a:extLst>
          </p:cNvPr>
          <p:cNvSpPr txBox="1"/>
          <p:nvPr/>
        </p:nvSpPr>
        <p:spPr>
          <a:xfrm>
            <a:off x="7220932" y="3667027"/>
            <a:ext cx="1121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ROUTER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3646EC-A026-B2A1-B021-B5B8825E7B8E}"/>
              </a:ext>
            </a:extLst>
          </p:cNvPr>
          <p:cNvSpPr txBox="1"/>
          <p:nvPr/>
        </p:nvSpPr>
        <p:spPr>
          <a:xfrm>
            <a:off x="3497344" y="4487159"/>
            <a:ext cx="1310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RASPBERRY PI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4AD965-FD94-199F-819D-EA59F70FF415}"/>
              </a:ext>
            </a:extLst>
          </p:cNvPr>
          <p:cNvSpPr txBox="1"/>
          <p:nvPr/>
        </p:nvSpPr>
        <p:spPr>
          <a:xfrm>
            <a:off x="5109328" y="559009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 ADAPTER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85C7D8-AE4A-E82C-60C4-4642620AAE68}"/>
              </a:ext>
            </a:extLst>
          </p:cNvPr>
          <p:cNvSpPr txBox="1"/>
          <p:nvPr/>
        </p:nvSpPr>
        <p:spPr>
          <a:xfrm>
            <a:off x="3221380" y="2186175"/>
            <a:ext cx="244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TEMPERATURE SENSOR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51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FC438-5C70-EAFE-2BCE-0004CB1E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3ECD4-A125-95AE-27E9-4D27A7F75A28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Setup development Environment</a:t>
            </a:r>
            <a:b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25961-C58C-6804-E968-D124CB1822C7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✅</a:t>
            </a:r>
            <a:r>
              <a:rPr lang="en-US" b="1" dirty="0"/>
              <a:t>System Architecture Overview</a:t>
            </a:r>
          </a:p>
          <a:p>
            <a:pPr>
              <a:buNone/>
            </a:pPr>
            <a:r>
              <a:rPr lang="en-IN" b="1" dirty="0"/>
              <a:t>	Components Used:</a:t>
            </a:r>
            <a:endParaRPr lang="en-IN" dirty="0"/>
          </a:p>
          <a:p>
            <a:pPr lvl="1"/>
            <a:r>
              <a:rPr lang="en-IN" dirty="0"/>
              <a:t>Raspberry Pi (runs web server and reads sensor)</a:t>
            </a:r>
          </a:p>
          <a:p>
            <a:pPr lvl="1"/>
            <a:r>
              <a:rPr lang="en-IN" dirty="0"/>
              <a:t>DHT11/DHT22/BMP180/etc. temperature sensor (connected to Pi)</a:t>
            </a:r>
          </a:p>
          <a:p>
            <a:pPr lvl="1"/>
            <a:r>
              <a:rPr lang="en-IN" dirty="0"/>
              <a:t>Wireless Router (LAN access)</a:t>
            </a:r>
          </a:p>
          <a:p>
            <a:pPr lvl="1"/>
            <a:r>
              <a:rPr lang="en-IN" dirty="0"/>
              <a:t>Mobile Phone (to access HTML page)</a:t>
            </a:r>
          </a:p>
          <a:p>
            <a:pPr lvl="1"/>
            <a:r>
              <a:rPr lang="en-IN" dirty="0"/>
              <a:t>MySQL (for data storage)</a:t>
            </a:r>
          </a:p>
          <a:p>
            <a:pPr lvl="1"/>
            <a:r>
              <a:rPr lang="en-IN" dirty="0"/>
              <a:t>Flask (Python web framework)</a:t>
            </a:r>
          </a:p>
          <a:p>
            <a:pPr lvl="1"/>
            <a:r>
              <a:rPr lang="en-IN" dirty="0"/>
              <a:t>Chart.js (for live graph)</a:t>
            </a:r>
          </a:p>
          <a:p>
            <a:pPr lvl="1"/>
            <a:r>
              <a:rPr lang="en-IN" dirty="0"/>
              <a:t>HTML + JavaScript (frontend)</a:t>
            </a:r>
          </a:p>
          <a:p>
            <a:pPr lvl="1"/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2600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69B7A-A1CA-08CF-6494-F8EBE5FA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6C45-38BA-A45A-6230-3D18988BA2C1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Write python code</a:t>
            </a:r>
            <a:b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setup database </a:t>
            </a:r>
            <a:r>
              <a:rPr lang="en-US" sz="4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mysql</a:t>
            </a:r>
            <a:endParaRPr lang="en-US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7A2F-0CB9-443D-65F5-5E8B536DFA77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✅ </a:t>
            </a:r>
            <a:r>
              <a:rPr lang="en-US" b="1" dirty="0"/>
              <a:t>Step 1: Set Up MySQL Database (LINUX)</a:t>
            </a:r>
          </a:p>
          <a:p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sudo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apt-get install 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mysql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-server</a:t>
            </a:r>
          </a:p>
          <a:p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sudo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mysql_secure_installation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r>
              <a:rPr lang="en-US" dirty="0"/>
              <a:t>✅ </a:t>
            </a:r>
            <a:r>
              <a:rPr lang="en-US" b="1" dirty="0"/>
              <a:t>Step 2: Set Up MySQL Database (WINDOW)</a:t>
            </a:r>
          </a:p>
          <a:p>
            <a:pPr>
              <a:buNone/>
            </a:pPr>
            <a:r>
              <a:rPr lang="en-US" b="1" dirty="0"/>
              <a:t>Step 1: Download MySQL Installer</a:t>
            </a:r>
          </a:p>
          <a:p>
            <a:pPr>
              <a:buFont typeface="+mj-lt"/>
              <a:buAutoNum type="arabicPeriod"/>
            </a:pPr>
            <a:r>
              <a:rPr lang="en-US" dirty="0"/>
              <a:t>Go to the official site:</a:t>
            </a:r>
            <a:br>
              <a:rPr lang="en-US" dirty="0"/>
            </a:br>
            <a:r>
              <a:rPr lang="en-US" dirty="0"/>
              <a:t>👉 </a:t>
            </a:r>
            <a:r>
              <a:rPr lang="en-US" dirty="0">
                <a:hlinkClick r:id="rId2"/>
              </a:rPr>
              <a:t>https://dev.mysql.com/downloads/installer/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Download the </a:t>
            </a:r>
            <a:r>
              <a:rPr lang="en-US" b="1" dirty="0"/>
              <a:t>MySQL Installer for Windows</a:t>
            </a:r>
            <a:r>
              <a:rPr lang="en-US" dirty="0"/>
              <a:t> (choose the </a:t>
            </a:r>
            <a:r>
              <a:rPr lang="en-US" i="1" dirty="0"/>
              <a:t>"Windows (x86, 32-bit), MSI Installer"</a:t>
            </a:r>
            <a:r>
              <a:rPr lang="en-US" dirty="0"/>
              <a:t>, even for 64-bit systems — it works fine).</a:t>
            </a:r>
          </a:p>
          <a:p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181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8690-B26B-3F98-9702-417898A6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2B3FF-C4D7-0567-A13C-FCC3E886154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Write python code</a:t>
            </a:r>
            <a:b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Setup Table in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E4E65-1A56-72E5-C084-F452E3C3D51A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✅ </a:t>
            </a:r>
            <a:r>
              <a:rPr lang="en-US" b="1" dirty="0"/>
              <a:t>Step 3: Start MySQL Server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linux</a:t>
            </a:r>
            <a:r>
              <a:rPr lang="en-US" dirty="0"/>
              <a:t>) </a:t>
            </a:r>
            <a:r>
              <a:rPr lang="en-US" dirty="0" err="1"/>
              <a:t>mysql</a:t>
            </a:r>
            <a:r>
              <a:rPr lang="en-US" dirty="0"/>
              <a:t> -u root –p</a:t>
            </a:r>
          </a:p>
          <a:p>
            <a:pPr lvl="1"/>
            <a:r>
              <a:rPr lang="en-US" dirty="0"/>
              <a:t>(window) Launch </a:t>
            </a:r>
            <a:r>
              <a:rPr lang="en-US" b="1" dirty="0"/>
              <a:t>MySQL Workbench</a:t>
            </a:r>
            <a:r>
              <a:rPr lang="en-US" dirty="0"/>
              <a:t> (optional for GUI)</a:t>
            </a:r>
          </a:p>
          <a:p>
            <a:r>
              <a:rPr lang="en-US" dirty="0"/>
              <a:t>✅ </a:t>
            </a:r>
            <a:r>
              <a:rPr lang="en-US" b="1" dirty="0"/>
              <a:t>Step 4: Create the Database and Tables</a:t>
            </a:r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hlinkClick r:id="rId2" action="ppaction://hlinkfile"/>
              </a:rPr>
              <a:t>Code link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7184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1B6C-479F-47D3-5682-8E8E25B1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FF08-5D1E-B9A9-501E-D7D01AC39FE1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Write python code</a:t>
            </a:r>
            <a:b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Setup Sensor hardware and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A38AB-4938-9B2B-09C2-B3188DCCFF85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US" dirty="0"/>
              <a:t>✅ </a:t>
            </a:r>
            <a:r>
              <a:rPr lang="en-US" b="1" dirty="0"/>
              <a:t>Step 5: Connect Sensor to Raspberry Pi</a:t>
            </a:r>
          </a:p>
          <a:p>
            <a:pPr lvl="1"/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pip install </a:t>
            </a:r>
            <a:r>
              <a:rPr lang="en-IN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Adafruit_DHT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lvl="1"/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hlinkClick r:id="rId2" action="ppaction://hlinkfile"/>
              </a:rPr>
              <a:t>Code link: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r>
              <a:rPr lang="en-US" dirty="0"/>
              <a:t>✅ </a:t>
            </a:r>
            <a:r>
              <a:rPr lang="en-US" b="1" dirty="0"/>
              <a:t>Step 6: Create Flask Server</a:t>
            </a:r>
          </a:p>
          <a:p>
            <a:pPr lvl="1"/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pip install flask flask-</a:t>
            </a:r>
            <a:r>
              <a:rPr lang="en-IN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mysqldb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lvl="1"/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hlinkClick r:id="rId3" action="ppaction://hlinkfile"/>
              </a:rPr>
              <a:t>Code link: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r>
              <a:rPr lang="en-US" dirty="0"/>
              <a:t>✅ </a:t>
            </a:r>
            <a:r>
              <a:rPr lang="en-US" b="1" dirty="0"/>
              <a:t>Step 7: Create HTML Pages</a:t>
            </a:r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Create a folder and store the file: </a:t>
            </a:r>
            <a:r>
              <a:rPr lang="en-IN" dirty="0"/>
              <a:t>templates/login.html</a:t>
            </a:r>
            <a:endParaRPr lang="en-US" b="1" dirty="0"/>
          </a:p>
          <a:p>
            <a:pPr lvl="1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hlinkClick r:id="rId4" action="ppaction://hlinkfile"/>
              </a:rPr>
              <a:t>Code link: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r>
              <a:rPr lang="en-IN" dirty="0"/>
              <a:t>templates/dashboard.html: </a:t>
            </a:r>
            <a:r>
              <a:rPr lang="en-IN" dirty="0">
                <a:hlinkClick r:id="rId5" action="ppaction://hlinkfile"/>
              </a:rPr>
              <a:t>code link</a:t>
            </a:r>
            <a:endParaRPr lang="en-IN" dirty="0"/>
          </a:p>
          <a:p>
            <a:r>
              <a:rPr lang="en-US" dirty="0"/>
              <a:t>✅ </a:t>
            </a:r>
            <a:r>
              <a:rPr lang="en-US" b="1" dirty="0"/>
              <a:t>Step 8: Access from Mobile via Router</a:t>
            </a:r>
          </a:p>
          <a:p>
            <a:pPr lvl="1"/>
            <a:r>
              <a:rPr lang="en-US" dirty="0"/>
              <a:t>Connect your </a:t>
            </a:r>
            <a:r>
              <a:rPr lang="en-US" b="1" dirty="0"/>
              <a:t>Raspberry Pi</a:t>
            </a:r>
            <a:r>
              <a:rPr lang="en-US" dirty="0"/>
              <a:t> and </a:t>
            </a:r>
            <a:r>
              <a:rPr lang="en-US" b="1" dirty="0"/>
              <a:t>mobile phone</a:t>
            </a:r>
            <a:r>
              <a:rPr lang="en-US" dirty="0"/>
              <a:t> to the same </a:t>
            </a:r>
            <a:r>
              <a:rPr lang="en-US" b="1" dirty="0"/>
              <a:t>Wi-Fi network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On your mobile browser, open: http://&lt;raspberry-pi-ip&gt;:5000</a:t>
            </a:r>
            <a:endParaRPr lang="en-IN" dirty="0"/>
          </a:p>
          <a:p>
            <a:pPr lvl="1"/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857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FBAF8-3BF5-A859-8948-58AC75E2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How to implement and improve security, reliability, and usability: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28256-F67E-2AC8-4947-D2292E134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🔐 1. </a:t>
            </a:r>
            <a:r>
              <a:rPr lang="en-US" b="1" dirty="0"/>
              <a:t>Use Hashed Passwords with : </a:t>
            </a:r>
            <a:r>
              <a:rPr lang="en-IN" dirty="0" err="1">
                <a:highlight>
                  <a:srgbClr val="FFFF00"/>
                </a:highlight>
              </a:rPr>
              <a:t>bcrypt</a:t>
            </a:r>
            <a:endParaRPr lang="en-IN" dirty="0">
              <a:highlight>
                <a:srgbClr val="FFFF00"/>
              </a:highlight>
            </a:endParaRPr>
          </a:p>
          <a:p>
            <a:pPr lvl="1"/>
            <a:r>
              <a:rPr lang="en-IN" dirty="0"/>
              <a:t>📌 Step 1: Install : pip install </a:t>
            </a:r>
            <a:r>
              <a:rPr lang="en-IN" dirty="0" err="1"/>
              <a:t>bcrypt</a:t>
            </a:r>
            <a:endParaRPr lang="en-IN" dirty="0"/>
          </a:p>
          <a:p>
            <a:pPr lvl="1"/>
            <a:r>
              <a:rPr lang="en-US" dirty="0"/>
              <a:t>📌 Step 2: Hash Password Before Inserting into DB</a:t>
            </a:r>
            <a:endParaRPr lang="en-IN" dirty="0"/>
          </a:p>
          <a:p>
            <a:pPr lvl="2"/>
            <a:r>
              <a:rPr lang="en-IN" dirty="0">
                <a:hlinkClick r:id="rId2" action="ppaction://hlinkfile"/>
              </a:rPr>
              <a:t>Code link:</a:t>
            </a:r>
            <a:endParaRPr lang="en-IN" dirty="0"/>
          </a:p>
          <a:p>
            <a:pPr lvl="1"/>
            <a:r>
              <a:rPr lang="en-IN" dirty="0"/>
              <a:t>📌 Step 3: Verify Password During Login</a:t>
            </a:r>
          </a:p>
          <a:p>
            <a:pPr lvl="2"/>
            <a:r>
              <a:rPr lang="en-IN" dirty="0">
                <a:hlinkClick r:id="rId3" action="ppaction://hlinkfile"/>
              </a:rPr>
              <a:t>Code link: </a:t>
            </a:r>
            <a:endParaRPr lang="en-IN" dirty="0"/>
          </a:p>
          <a:p>
            <a:pPr lvl="1"/>
            <a:r>
              <a:rPr lang="nb-NO" dirty="0"/>
              <a:t>⚠️ 2. </a:t>
            </a:r>
            <a:r>
              <a:rPr lang="nb-NO" b="1" dirty="0"/>
              <a:t>Add Sensor Logging &amp; Error Handling</a:t>
            </a:r>
            <a:endParaRPr lang="en-IN" b="1" dirty="0"/>
          </a:p>
          <a:p>
            <a:pPr lvl="2"/>
            <a:r>
              <a:rPr lang="en-IN" dirty="0">
                <a:hlinkClick r:id="rId4" action="ppaction://hlinkfile"/>
              </a:rPr>
              <a:t>Code link:</a:t>
            </a:r>
            <a:endParaRPr lang="en-IN" dirty="0"/>
          </a:p>
          <a:p>
            <a:pPr lvl="1"/>
            <a:r>
              <a:rPr lang="en-US" dirty="0"/>
              <a:t>🔒 3. </a:t>
            </a:r>
            <a:r>
              <a:rPr lang="en-US" b="1" dirty="0"/>
              <a:t>Add Logout Functionality</a:t>
            </a:r>
            <a:endParaRPr lang="en-IN" b="1" dirty="0"/>
          </a:p>
          <a:p>
            <a:pPr lvl="2"/>
            <a:r>
              <a:rPr lang="en-IN" dirty="0">
                <a:hlinkClick r:id="rId5" action="ppaction://hlinkfile"/>
              </a:rPr>
              <a:t>Code link: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2682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82FE-1F44-5B52-0024-9FB19940A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dirty="0"/>
              <a:t>THANK YOU</a:t>
            </a:r>
            <a:endParaRPr lang="en-IN" sz="8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94240-0508-F033-6064-4B4C4AEAB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SOURCE : https://github.com/heikhama/IOT.git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F874F-BD1C-2DB0-5440-FA28A5284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703" y="213674"/>
            <a:ext cx="3215326" cy="32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93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726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Let us develop IOT using Raspberry Pi</vt:lpstr>
      <vt:lpstr>Recapped</vt:lpstr>
      <vt:lpstr>Implementation of IOT using Python and Raspberry PI</vt:lpstr>
      <vt:lpstr>Setup development Environment</vt:lpstr>
      <vt:lpstr>Setup development Environment</vt:lpstr>
      <vt:lpstr>Setup Raspberry PI for demo</vt:lpstr>
      <vt:lpstr>Setup development Environment </vt:lpstr>
      <vt:lpstr>Write python code setup database mysql</vt:lpstr>
      <vt:lpstr>Write python code Setup Table in database</vt:lpstr>
      <vt:lpstr>Write python code Setup Sensor hardware and server</vt:lpstr>
      <vt:lpstr>How to implement and improve security, reliability, and usability: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Singh</dc:creator>
  <cp:lastModifiedBy>Anand Singh</cp:lastModifiedBy>
  <cp:revision>1</cp:revision>
  <dcterms:created xsi:type="dcterms:W3CDTF">2025-05-01T07:11:52Z</dcterms:created>
  <dcterms:modified xsi:type="dcterms:W3CDTF">2025-05-01T09:16:37Z</dcterms:modified>
</cp:coreProperties>
</file>